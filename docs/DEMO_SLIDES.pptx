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我们解决多门店库存占资和协同处置的问题。今天展示合成数据上的真实接口交互，不把模拟测算说成客户收益，也不把规则工具说成真实大模型。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五个入口不是五套后端。当前调用既有确定性接口，页面负责把输入、证据、结果和下一步连起来。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先将数量改成100观察约束错误，再用默认参数中的40重算。实际结果以当前后端为准。保存审批后生成的是草稿，不会直接向ERP发货。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这些指标边界不同。内部调拨改变库存位置，可能产生配送费；它本身不能证明现金释放。实际回款还需要外部证据。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现场用浏览器离线模式展示一次失败，然后恢复重试。错误状态不是用一组样例数字填平，成功提示必须来自接口成功响应。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测试场景与实际页面共享接口约束。生成器用于回放和验证，不会静默改写正在演示的数据库。测试数字必须从本次运行产生。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我们尊重代码所有权。朱的工作是展示接口与组织交互，后端的缺口会记录并交接，不通过前端补金额或增加假状态来绕开。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本次前端演示交付不等于整个八模块项目已完成。真实模型、生产权限事务和ERP连接仍然是后续集成工作。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INVENTORY CASH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让库存决策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走到人工确认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从门店反馈到执行草稿，一条可以核对的业务流程。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发现库存异常与资金占用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以证据、计算和约束支持决策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以版本、审批和回执保留责任边界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合成演示数据 · 当前为规则计算版本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01 /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五个入口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共用一条流程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同一份事实、同一套后端计算、同一套人工审批。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滞销诊断：事实、原因假设、证据与缺项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跨店调拨：门店、数量、费用与安全库存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近效期：正常销售、调拨、促销、退供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采购刹车：库存、在途、未执行量与付款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56048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现金模拟：候选组合、业务约束与目标缺口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已有业务入口与规则工具；真实模型适配仍待接入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02 /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反馈 → 诊断 → 调拨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确认后生成执行草稿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演示西湖文三店的合成库存案例。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01  核对库存、销量与原因缺项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02  留存反馈原文，人工检查返回草稿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03  修改数量并请求后端重算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04  保存方案、提交审批、负责人确认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56048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05  生成执行任务，后续回执另行记录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输入改变需重算；任务创建不等于 ERP 已执行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03 /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四种金额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分别回答四个问题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页面不会把库存搬动或预计报损减少当成现金回款。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库存成本：这些货占用了多少成本？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预计避免报损：处置可能减少多少损失？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模拟净现金改善：期限内有哪些可计算现金事件？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实际回款：是否已有财务或执行回执支持？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未知保持未知；不相加生成虚构 ROI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04 / FAILURE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失败要看得见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旧结果不能继续用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交互状态直接进入现有请求与单据生命周期。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API 失败：显示错误、保留输入、显式重试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快速切换：旧响应不能覆盖最后选择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修改输入：旧计算和可提交状态立即失效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约束不通过：展示原因，阻止下一步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56048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模型未接入：明确规则模式，不伪造推理轨迹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前端交互保护不能替代服务端事务和权限控制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05 /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同一场景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能够重复验证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固定种子、预期结果与独立演示库。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场景覆盖滞销、临期、采购过量和门店缺货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缺字段、零销量与库存冲突有明确预期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测试检查工具结果、输入失效和错误恢复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独立演示库只承载合成数据与演示记录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56048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通过数量与证据以本次运行报告为准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场景文件与后端内置快照分开标注，生成文件不自动导入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06 / OWNERSHIP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前端负责清楚呈现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后端负责业务计算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浏览器 → 同源 API → 领域工具 → 事实与方案版本。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朱：五入口、表单、状态、确认、合成场景、测试和演示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魏：模型适配、业务工具、数据库、事务与正式契约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接口变化先写契约，再调整消费者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zmj 分支完成朱的开发；双方在集成分支验收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沿用模块化单体，不在前端复制业务算法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07 /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今天能演示的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与下一步要完成的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先交付可信的流程，再接入真实智能与真实执行。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本次：合成场景、五入口、规则测算、人工审批、执行草稿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模型：真实请求、结构校验、证据引用与失败恢复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后端：重置保护、资源隔离、事务、版本冲突和权限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集成：ERP 数据与执行回执、财务结果核验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GitHub / lyu054553-sketch/xihhhhh · 分支 zmj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库存现金智能体 · 规则版本演示</dc:title>
  <dc:subject>合成数据 / 朱负责的前端交付 / zmj</dc:subject>
  <dc:creator>库存现金智能体项目组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zh-CN</dc:language>
</cp:coreProperties>
</file>