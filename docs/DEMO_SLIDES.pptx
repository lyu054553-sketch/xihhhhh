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货不压钱关注连锁零售中的库存成本占用和预计采购支出。本轮交付是依照魏的 v0.3 唯一契约整理的前端、合成数据和测试。演示录像明确使用接口夹具，不把它称为真实模型或后端计算结果。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五个入口通过同一运行接口提交分析范围、参数和版本。前端不重复实现五套业务计算，也不会把参考预期作为页面结果。金额和约束由魏的工具层计算，模型负责理解、组织与解释。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现在可以独立启动前端、查看输入包。没有配置 v0.3 服务时，运行会明确报 API_NOT_CONFIGURED。浏览器测试只验证给定契约响应下的界面行为，真实后端上线后还要重新联调。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以城西店每日坚果 PO-003 少采购六袋为输入例子。先核对后端返回的门店、商品、采购单、数量和周期。预览没有模拟结果金额；点击确认后才计算。之后的模拟确认只记录演示决策。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这里不声称客户已经获得收益。三十天模拟如果不安排后续补货，基线和减量方案都可能断货。只展示减少采购金额会误导决策，所以必须连同库存资金曲线、缺货风险和计算时点解释。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失败演示可以检查页面是否保留上下文、是否阻止错误决策。开发代理不自动重试写入。真实模型超时和恢复需要在魏的服务接入后单独验收，不能用浏览器夹具的通过数量代替。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朱交付前端、合成场景、测试和演示。启动前端只需要 Python 标准库，不启动旧数据库或业务后端。录像展示真实浏览器操作，但响应来自显式测试夹具，因此它只能证明前端交互。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库存资金的取值时点、到货与销售先后、到期日能否销售，以及箱规和后续补货尚需双方冻结。本次不替魏实现后端，也不从前端补算这些数字。联调通过后再发布真实服务演示与模型评测结果。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2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657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9AD7B7"/>
                </a:solidFill>
                <a:latin typeface="Microsoft YaHei"/>
              </a:defRPr>
            </a:pPr>
            <a:r>
              <a:t>HUO BU YA QIAN / CONTRACT v0.3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14400"/>
            <a:ext cx="1097280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600" b="1">
                <a:solidFill>
                  <a:srgbClr val="EEF3F6"/>
                </a:solidFill>
                <a:latin typeface="Microsoft YaHei"/>
              </a:defRPr>
            </a:pPr>
            <a:r>
              <a:t>货不压钱</a:t>
            </a:r>
          </a:p>
          <a:p>
            <a:pPr>
              <a:spcAft>
                <a:spcPts val="500"/>
              </a:spcAft>
              <a:defRPr sz="3600" b="1">
                <a:solidFill>
                  <a:srgbClr val="EEF3F6"/>
                </a:solidFill>
                <a:latin typeface="Microsoft YaHei"/>
              </a:defRPr>
            </a:pPr>
            <a:r>
              <a:t>让库存建议有据可查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246888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BDCBD5"/>
                </a:solidFill>
                <a:latin typeface="Microsoft YaHei"/>
              </a:defRPr>
            </a:pPr>
            <a:r>
              <a:t>五个业务入口，一份零售通用契约，使用虚构零食数据演示。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200400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081528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范围与参数形成统一请求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639312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20440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结果、证据、告警由服务返回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078224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59352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情景先确认，建议只记录模拟决策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" y="6108192"/>
            <a:ext cx="10927080" cy="10972"/>
          </a:xfrm>
          <a:prstGeom prst="rect">
            <a:avLst/>
          </a:prstGeom>
          <a:solidFill>
            <a:srgbClr val="3546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6272784"/>
            <a:ext cx="9875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BDCBD5"/>
                </a:solidFill>
                <a:latin typeface="Microsoft YaHei"/>
              </a:defRPr>
            </a:pPr>
            <a:r>
              <a:t>当前为前端契约交付 · 真实 v0.3 后端与模型尚未联调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63072" y="6272784"/>
            <a:ext cx="731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9AD7B7"/>
                </a:solidFill>
                <a:latin typeface="Microsoft YaHei"/>
              </a:defRPr>
            </a:pPr>
            <a:r>
              <a:t>01 / 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2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657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9AD7B7"/>
                </a:solidFill>
                <a:latin typeface="Microsoft YaHei"/>
              </a:defRPr>
            </a:pPr>
            <a:r>
              <a:t>01 / FIVE 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14400"/>
            <a:ext cx="1097280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600" b="1">
                <a:solidFill>
                  <a:srgbClr val="EEF3F6"/>
                </a:solidFill>
                <a:latin typeface="Microsoft YaHei"/>
              </a:defRPr>
            </a:pPr>
            <a:r>
              <a:t>五个业务入口</a:t>
            </a:r>
          </a:p>
          <a:p>
            <a:pPr>
              <a:spcAft>
                <a:spcPts val="500"/>
              </a:spcAft>
              <a:defRPr sz="3600" b="1">
                <a:solidFill>
                  <a:srgbClr val="EEF3F6"/>
                </a:solidFill>
                <a:latin typeface="Microsoft YaHei"/>
              </a:defRPr>
            </a:pPr>
            <a:r>
              <a:t>共用事实与返回结构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246888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BDCBD5"/>
                </a:solidFill>
                <a:latin typeface="Microsoft YaHei"/>
              </a:defRPr>
            </a:pPr>
            <a:r>
              <a:t>门店、商品、库存、销量、采购、批次和经营规则保持通用模型。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200400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081528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滞销诊断：低动销、高占款及证据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639312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20440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跨店调拨：两店库存、数量及约束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078224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59352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近效期：预测窗口、批次与成本风险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517136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398264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采购刹车：可调整采购量及缺货风险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956048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837176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资金周转模拟：基线、方案、假设与风险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" y="6108192"/>
            <a:ext cx="10927080" cy="10972"/>
          </a:xfrm>
          <a:prstGeom prst="rect">
            <a:avLst/>
          </a:prstGeom>
          <a:solidFill>
            <a:srgbClr val="3546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6272784"/>
            <a:ext cx="9875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BDCBD5"/>
                </a:solidFill>
                <a:latin typeface="Microsoft YaHei"/>
              </a:defRPr>
            </a:pPr>
            <a:r>
              <a:t>门店、SKU、供应商与交易数据均为合成；不对应真实连锁企业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63072" y="6272784"/>
            <a:ext cx="731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9AD7B7"/>
                </a:solidFill>
                <a:latin typeface="Microsoft YaHei"/>
              </a:defRPr>
            </a:pPr>
            <a:r>
              <a:t>02 / 08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2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657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9AD7B7"/>
                </a:solidFill>
                <a:latin typeface="Microsoft YaHei"/>
              </a:defRPr>
            </a:pPr>
            <a:r>
              <a:t>02 / CONTRACT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14400"/>
            <a:ext cx="1097280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600" b="1">
                <a:solidFill>
                  <a:srgbClr val="EEF3F6"/>
                </a:solidFill>
                <a:latin typeface="Microsoft YaHei"/>
              </a:defRPr>
            </a:pPr>
            <a:r>
              <a:t>统一运行</a:t>
            </a:r>
          </a:p>
          <a:p>
            <a:pPr>
              <a:spcAft>
                <a:spcPts val="500"/>
              </a:spcAft>
              <a:defRPr sz="3600" b="1">
                <a:solidFill>
                  <a:srgbClr val="EEF3F6"/>
                </a:solidFill>
                <a:latin typeface="Microsoft YaHei"/>
              </a:defRPr>
            </a:pPr>
            <a:r>
              <a:t>统一呈现结果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246888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BDCBD5"/>
                </a:solidFill>
                <a:latin typeface="Microsoft YaHei"/>
              </a:defRPr>
            </a:pPr>
            <a:r>
              <a:t>POST /api/v1/agent-runs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200400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081528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请求：request_id、scope、params、数据与规则版本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639312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20440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响应：run_id、状态、步骤、证据和建议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078224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59352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收到响应后才展示实际返回步骤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517136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398264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空值保持未知，空结果保持空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956048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837176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关联信息或结构不符时阻止使用结果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" y="6108192"/>
            <a:ext cx="10927080" cy="10972"/>
          </a:xfrm>
          <a:prstGeom prst="rect">
            <a:avLst/>
          </a:prstGeom>
          <a:solidFill>
            <a:srgbClr val="3546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6272784"/>
            <a:ext cx="9875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BDCBD5"/>
                </a:solidFill>
                <a:latin typeface="Microsoft YaHei"/>
              </a:defRPr>
            </a:pPr>
            <a:r>
              <a:t>现有 main 旧后端尚无统一路由；前端不会调用旧工作台伪装兼容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63072" y="6272784"/>
            <a:ext cx="731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9AD7B7"/>
                </a:solidFill>
                <a:latin typeface="Microsoft YaHei"/>
              </a:defRPr>
            </a:pPr>
            <a:r>
              <a:t>03 / 08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2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657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9AD7B7"/>
                </a:solidFill>
                <a:latin typeface="Microsoft YaHei"/>
              </a:defRPr>
            </a:pPr>
            <a:r>
              <a:t>03 / CONFIRMATION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14400"/>
            <a:ext cx="1097280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600" b="1">
                <a:solidFill>
                  <a:srgbClr val="EEF3F6"/>
                </a:solidFill>
                <a:latin typeface="Microsoft YaHei"/>
              </a:defRPr>
            </a:pPr>
            <a:r>
              <a:t>先核对情景</a:t>
            </a:r>
          </a:p>
          <a:p>
            <a:pPr>
              <a:spcAft>
                <a:spcPts val="500"/>
              </a:spcAft>
              <a:defRPr sz="3600" b="1">
                <a:solidFill>
                  <a:srgbClr val="EEF3F6"/>
                </a:solidFill>
                <a:latin typeface="Microsoft YaHei"/>
              </a:defRPr>
            </a:pPr>
            <a:r>
              <a:t>再开始模拟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246888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BDCBD5"/>
                </a:solidFill>
                <a:latin typeface="Microsoft YaHei"/>
              </a:defRPr>
            </a:pPr>
            <a:r>
              <a:t>描述调整 → preview → 人工核对 → simulate → 模拟决策。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200400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081528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预览只有结构化调整与假设，items 为空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639312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20440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确认后复用 session_id 和 scenario_id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078224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59352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confirmed=true 只允许开始计算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517136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398264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修改输入使旧情景与旧结果失效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956048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837176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建议确认需返回 recorded / simulation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" y="6108192"/>
            <a:ext cx="10927080" cy="10972"/>
          </a:xfrm>
          <a:prstGeom prst="rect">
            <a:avLst/>
          </a:prstGeom>
          <a:solidFill>
            <a:srgbClr val="3546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6272784"/>
            <a:ext cx="9875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BDCBD5"/>
                </a:solidFill>
                <a:latin typeface="Microsoft YaHei"/>
              </a:defRPr>
            </a:pPr>
            <a:r>
              <a:t>情景确认与建议确认均不修改真实库存、采购单或收银数据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63072" y="6272784"/>
            <a:ext cx="731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9AD7B7"/>
                </a:solidFill>
                <a:latin typeface="Microsoft YaHei"/>
              </a:defRPr>
            </a:pPr>
            <a:r>
              <a:t>04 / 08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2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657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9AD7B7"/>
                </a:solidFill>
                <a:latin typeface="Microsoft YaHei"/>
              </a:defRPr>
            </a:pPr>
            <a:r>
              <a:t>04 / MONEY AND RISK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14400"/>
            <a:ext cx="1097280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600" b="1">
                <a:solidFill>
                  <a:srgbClr val="EEF3F6"/>
                </a:solidFill>
                <a:latin typeface="Microsoft YaHei"/>
              </a:defRPr>
            </a:pPr>
            <a:r>
              <a:t>分清金额含义</a:t>
            </a:r>
          </a:p>
          <a:p>
            <a:pPr>
              <a:spcAft>
                <a:spcPts val="500"/>
              </a:spcAft>
              <a:defRPr sz="3600" b="1">
                <a:solidFill>
                  <a:srgbClr val="EEF3F6"/>
                </a:solidFill>
                <a:latin typeface="Microsoft YaHei"/>
              </a:defRPr>
            </a:pPr>
            <a:r>
              <a:t>同时解释风险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246888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BDCBD5"/>
                </a:solidFill>
                <a:latin typeface="Microsoft YaHei"/>
              </a:defRPr>
            </a:pPr>
            <a:r>
              <a:t>传输采用整数分，页面只换算显示，不自行生成业务数字。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200400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081528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库存成本占用不等于银行账户余额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639312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20440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采购减量表示预计避免未来采购承诺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078224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59352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内部调拨不直接降低全链路库存总额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517136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398264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近效期金额是成本风险敞口估算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956048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837176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没有后续补货时，两种采购方案都可能缺货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" y="6108192"/>
            <a:ext cx="10927080" cy="10972"/>
          </a:xfrm>
          <a:prstGeom prst="rect">
            <a:avLst/>
          </a:prstGeom>
          <a:solidFill>
            <a:srgbClr val="3546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6272784"/>
            <a:ext cx="9875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BDCBD5"/>
                </a:solidFill>
                <a:latin typeface="Microsoft YaHei"/>
              </a:defRPr>
            </a:pPr>
            <a:r>
              <a:t>模拟必须展示基线、方案、时间口径、假设与缺货风险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63072" y="6272784"/>
            <a:ext cx="731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9AD7B7"/>
                </a:solidFill>
                <a:latin typeface="Microsoft YaHei"/>
              </a:defRPr>
            </a:pPr>
            <a:r>
              <a:t>05 / 08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2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657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9AD7B7"/>
                </a:solidFill>
                <a:latin typeface="Microsoft YaHei"/>
              </a:defRPr>
            </a:pPr>
            <a:r>
              <a:t>05 / FAILURE STATES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14400"/>
            <a:ext cx="1097280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600" b="1">
                <a:solidFill>
                  <a:srgbClr val="EEF3F6"/>
                </a:solidFill>
                <a:latin typeface="Microsoft YaHei"/>
              </a:defRPr>
            </a:pPr>
            <a:r>
              <a:t>错误可以核对</a:t>
            </a:r>
          </a:p>
          <a:p>
            <a:pPr>
              <a:spcAft>
                <a:spcPts val="500"/>
              </a:spcAft>
              <a:defRPr sz="3600" b="1">
                <a:solidFill>
                  <a:srgbClr val="EEF3F6"/>
                </a:solidFill>
                <a:latin typeface="Microsoft YaHei"/>
              </a:defRPr>
            </a:pPr>
            <a:r>
              <a:t>旧结果不能继续使用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246888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BDCBD5"/>
                </a:solidFill>
                <a:latin typeface="Microsoft YaHei"/>
              </a:defRPr>
            </a:pPr>
            <a:r>
              <a:t>失败处理进入统一请求与页面状态，不由临时替代数据掩盖。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200400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081528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no_data：清晰空状态；needs_input：补充缺项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639312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20440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partial：已有结果与告警同时保留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078224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59352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超时、网络和非法响应明确报错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517136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398264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快速切换时，旧响应不覆盖当前输入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956048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837176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取消等待不等于撤销服务端运行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" y="6108192"/>
            <a:ext cx="10927080" cy="10972"/>
          </a:xfrm>
          <a:prstGeom prst="rect">
            <a:avLst/>
          </a:prstGeom>
          <a:solidFill>
            <a:srgbClr val="3546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6272784"/>
            <a:ext cx="9875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BDCBD5"/>
                </a:solidFill>
                <a:latin typeface="Microsoft YaHei"/>
              </a:defRPr>
            </a:pPr>
            <a:r>
              <a:t>夹具中的 AI_TIMEOUT 等是故障注入，不证明真实模型已完成故障测试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63072" y="6272784"/>
            <a:ext cx="731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9AD7B7"/>
                </a:solidFill>
                <a:latin typeface="Microsoft YaHei"/>
              </a:defRPr>
            </a:pPr>
            <a:r>
              <a:t>06 / 08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2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657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9AD7B7"/>
                </a:solidFill>
                <a:latin typeface="Microsoft YaHei"/>
              </a:defRPr>
            </a:pPr>
            <a:r>
              <a:t>06 / REPRODUCIBILITY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14400"/>
            <a:ext cx="1097280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600" b="1">
                <a:solidFill>
                  <a:srgbClr val="EEF3F6"/>
                </a:solidFill>
                <a:latin typeface="Microsoft YaHei"/>
              </a:defRPr>
            </a:pPr>
            <a:r>
              <a:t>输入可复现</a:t>
            </a:r>
          </a:p>
          <a:p>
            <a:pPr>
              <a:spcAft>
                <a:spcPts val="500"/>
              </a:spcAft>
              <a:defRPr sz="3600" b="1">
                <a:solidFill>
                  <a:srgbClr val="EEF3F6"/>
                </a:solidFill>
                <a:latin typeface="Microsoft YaHei"/>
              </a:defRPr>
            </a:pPr>
            <a:r>
              <a:t>验证边界可说明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246888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BDCBD5"/>
                </a:solidFill>
                <a:latin typeface="Microsoft YaHei"/>
              </a:defRPr>
            </a:pPr>
            <a:r>
              <a:t>snack-demo-v1 · snack-policy-v1 · 固定种子与文件校验值。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200400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081528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七类共享模型提供 CSV 与完整 JSON 输入包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639312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20440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参考场景和预期独立保存，不注入在线结果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078224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59352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公开静态资源白名单与两个 POST 透明转发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517136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398264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浏览器夹具验证界面，传输夹具验证代理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956048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837176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实测 Node 52 项、Python 前端相关 46 项通过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" y="6108192"/>
            <a:ext cx="10927080" cy="10972"/>
          </a:xfrm>
          <a:prstGeom prst="rect">
            <a:avLst/>
          </a:prstGeom>
          <a:solidFill>
            <a:srgbClr val="3546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6272784"/>
            <a:ext cx="9875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BDCBD5"/>
                </a:solidFill>
                <a:latin typeface="Microsoft YaHei"/>
              </a:defRPr>
            </a:pPr>
            <a:r>
              <a:t>另有 39 项旧后端回归；夹具验证不证明真实 v0.3 后端通过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63072" y="6272784"/>
            <a:ext cx="731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9AD7B7"/>
                </a:solidFill>
                <a:latin typeface="Microsoft YaHei"/>
              </a:defRPr>
            </a:pPr>
            <a:r>
              <a:t>07 / 08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2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657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9AD7B7"/>
                </a:solidFill>
                <a:latin typeface="Microsoft YaHei"/>
              </a:defRPr>
            </a:pPr>
            <a:r>
              <a:t>07 / INTEGRATION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14400"/>
            <a:ext cx="1097280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600" b="1">
                <a:solidFill>
                  <a:srgbClr val="EEF3F6"/>
                </a:solidFill>
                <a:latin typeface="Microsoft YaHei"/>
              </a:defRPr>
            </a:pPr>
            <a:r>
              <a:t>下一步</a:t>
            </a:r>
          </a:p>
          <a:p>
            <a:pPr>
              <a:spcAft>
                <a:spcPts val="500"/>
              </a:spcAft>
              <a:defRPr sz="3600" b="1">
                <a:solidFill>
                  <a:srgbClr val="EEF3F6"/>
                </a:solidFill>
                <a:latin typeface="Microsoft YaHei"/>
              </a:defRPr>
            </a:pPr>
            <a:r>
              <a:t>接入魏的真实 v0.3 服务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246888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BDCBD5"/>
                </a:solidFill>
                <a:latin typeface="Microsoft YaHei"/>
              </a:defRPr>
            </a:pPr>
            <a:r>
              <a:t>先跑通滞销样例，再验证五个 Agent、会话模拟和错误恢复。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200400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081528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实现两条路由并加载约定的数据与规则版本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639312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20440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确认库存资金时点与日内到货顺序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078224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59352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确认效期预测日期和 FEFO 分配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517136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398264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确认采购箱规与后续补货假设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956048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837176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实测模型、工具、证据、并发与模拟决策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" y="6108192"/>
            <a:ext cx="10927080" cy="10972"/>
          </a:xfrm>
          <a:prstGeom prst="rect">
            <a:avLst/>
          </a:prstGeom>
          <a:solidFill>
            <a:srgbClr val="3546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6272784"/>
            <a:ext cx="9875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BDCBD5"/>
                </a:solidFill>
                <a:latin typeface="Microsoft YaHei"/>
              </a:defRPr>
            </a:pPr>
            <a:r>
              <a:t>GitHub / lyu054553-sketch/xihhhhh · 朱的开发分支 zmj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63072" y="6272784"/>
            <a:ext cx="731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9AD7B7"/>
                </a:solidFill>
                <a:latin typeface="Microsoft YaHei"/>
              </a:defRPr>
            </a:pPr>
            <a:r>
              <a:t>08 / 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货不压钱 · v0.3 契约演示</dc:title>
  <dc:subject>v0.3 / 合成零食数据 / 朱的前端交付 / zmj</dc:subject>
  <dc:creator>货不压钱项目组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  <dc:language>zh-CN</dc:language>
</cp:coreProperties>
</file>