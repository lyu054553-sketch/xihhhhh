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本轮以魏的 lanyangyang 分支和 v1.2 当前契约联调。页面访问实际 FastAPI 和数据库，不以响应夹具生成成功结果。数据仍然是合成的，演示不代表真实客户收益。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用西湖文三店每日坚果礼盒作为演示。先核对证据，再进入调拨工作台修改数量。输入变化以后必须重新计算，不能继续使用旧结果。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业务结果由确定性程序计算。三类工作台复用保存、提交、审批和任务流程。旧统一 Agent Run 草案不再是当前协议，也不会通过前端兼容层伪装成后端已经实现。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审批成功不表示已经调出库存。execute 只创建 draft_pending_external_execution。今日待办可以按门店、商品和编号定位；任务显示对应保存版本的业务身份。未保存人工回执可跨分类和页面继续填写，保存前读取最新状态，关联一致才清除编辑。即使人工登记完成，也不能声称外部操作由系统自动完成。读取与写入之间的原子版本检查仍由魏完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演示未来十四天减少百分之二十采购。先展示参数卡，确认后才调用后端。结果除了支出变化，还必须检查新增缺货风险；不能把减量金额直接说成利润或回款。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导出包从当前后端种子读取稳定输入，在临时数据库中生成，不打开用户日常数据库。实际模型尚未接入，因此不报告模型准确率或 token 成本结论。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后端仍为魏 lanyangyang 的19794ca（并发修复3cc6c4a）。2026-10-03本地统一验收六步全部通过，Python测试包含43项实际后端浏览器用例；独立45次串行和9线程150次并发读取均为200，内容与串行基准一致。没有用固定响应替代计算，没有跳过失败用例。Windows与Ubuntu使用相同验收入口，远端结果以Actions对应提交为准；仓库中的旧联调录像未替换，本轮证据保存在验收目录。这些结果不证明模型理解、客户收益、跨进程事务或ERP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当前差异化还需要实验验证。应该给熟练人员和 GPT 同样的数据、约束与计算工具，比较完整任务成本。后续可能积累的是实际约束、可执行流程和结果反馈，而不是简单增加模型调用次数。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HUO BU YA QIAN / LIVE BACKEND v1.2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货不压钱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让库存决策有据可查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连锁零售库存工作台 · 实际后端计算 · 合成零食数据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先核对事实、数量与业务约束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保存方案，人工审批后生成待执行任务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采购情景先确认参数，再比较结果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当前为确定性规则工具 · 没有真实模型或外部 ERP 调用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01 / DAILY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从需要关注的商品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走到一份可核对方案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经营总览 → 风险证据 → 工作台计算 → 人工审批 → 待执行任务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总览分开显示账户、库存成本与采购付款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风险详情保留事实、原因假设与缺项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调拨、近效期、采购各自核对约束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今日待办区分待审批、跟进与人工完成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调拨改变库存位置，不直接产生现金到账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02 / COMPUTATION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程序计算数量与金额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前端呈现证据与错误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当前使用魏的实际零售、工作台、方案和执行任务 API。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金额为人民币元，百分比为 0—100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初值和结果从后端返回，前端不补算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无效方案展示约束错误，不能保存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未知保留 null，真实缺项不补合成数字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当前依据根 API_CONTRACT.md 与 FastAPI 1.2.0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03 / HUMAN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保存、审批、执行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是三个不同的状态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保存草稿 → 提交待审批 → 人工审批 → 生成待外部执行任务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审批前核对方案版本、数量和来源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操作回执须与实际方案及版本关联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任务只保存在本地，没有 ERP 写入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回执按任务保留，服务记录变化先核对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幂等键帮助防重复；服务端 expected_version 原子校验仍待完善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04 / PURCHASE SCENARIO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先确认减量条件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再看成本与缺货风险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周期、门店、品类、减量比例 → 参数预览 → 确认计算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当前只支持减少可调整采购数量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备注文字不会自动变成任意业务动作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同时比较采购支出、期末库存与风险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条件改变后旧预览和结果失效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56048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837176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分周采购支出不是银行账户余额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少采购、库存成本减少与现金到账分别解释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05 / INPUT AND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输入可以复现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缺项需要明确保留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后端内置种子 · 50 个门店 · 313 个库存输入 · 独立付款计划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输入导出带来源、日期、单位与哈希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下载文件不代表已经导入当前服务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反馈规则草稿必须由人工核对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两组各24条人工参考尚未运行模型评估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合成数据、人工参考与实际模型效果不能互相替代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06 / VERIFICATION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让真实操作链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经得起重复检查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浏览器 → 前端代理 → 实际 FastAPI → 临时数据库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覆盖工作台、审批、任务与人工回执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覆盖反馈核对和事实变化后重算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覆盖模拟预览、约束错误与真实缺项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样例校验含零减量、全减量与数据隔离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本地复验：JS 138/138 · Python 163/163 · 并发读取 150/150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2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21792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 b="1">
                <a:solidFill>
                  <a:srgbClr val="9AD7B7"/>
                </a:solidFill>
                <a:latin typeface="Microsoft YaHei"/>
              </a:defRPr>
            </a:pPr>
            <a:r>
              <a:t>07 / NEXT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914400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下一步先验证</a:t>
            </a:r>
          </a:p>
          <a:p>
            <a:pPr>
              <a:spcAft>
                <a:spcPts val="500"/>
              </a:spcAft>
              <a:defRPr sz="3600" b="1">
                <a:solidFill>
                  <a:srgbClr val="EEF3F6"/>
                </a:solidFill>
                <a:latin typeface="Microsoft YaHei"/>
              </a:defRPr>
            </a:pPr>
            <a:r>
              <a:t>能否减少实际工作量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4688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700" b="0">
                <a:solidFill>
                  <a:srgbClr val="BDCBD5"/>
                </a:solidFill>
                <a:latin typeface="Microsoft YaHei"/>
              </a:defRPr>
            </a:pPr>
            <a:r>
              <a:t>聚焦一条业务流程，比较完整任务耗时、可执行率和有效决策成本。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200400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081528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完善跨进程事务、版本失效与权限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39312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接入一份授权真实数据，先做只读核对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78224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59352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对比熟练人员加 GPT 的同条件基线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517136"/>
            <a:ext cx="41148" cy="41148"/>
          </a:xfrm>
          <a:prstGeom prst="rect">
            <a:avLst/>
          </a:prstGeom>
          <a:solidFill>
            <a:srgbClr val="9AD7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398264"/>
            <a:ext cx="10607040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EEF3F6"/>
                </a:solidFill>
                <a:latin typeface="Microsoft YaHei"/>
              </a:defRPr>
            </a:pPr>
            <a:r>
              <a:t>模型按需使用，执行结果如实回收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6108192"/>
            <a:ext cx="10927080" cy="10972"/>
          </a:xfrm>
          <a:prstGeom prst="rect">
            <a:avLst/>
          </a:prstGeom>
          <a:solidFill>
            <a:srgbClr val="3546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6272784"/>
            <a:ext cx="9875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0">
                <a:solidFill>
                  <a:srgbClr val="BDCBD5"/>
                </a:solidFill>
                <a:latin typeface="Microsoft YaHei"/>
              </a:defRPr>
            </a:pPr>
            <a:r>
              <a:t>多 Agent、模型接口与页面数量本身不构成商业壁垒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3072" y="6272784"/>
            <a:ext cx="731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000" b="1">
                <a:solidFill>
                  <a:srgbClr val="9AD7B7"/>
                </a:solidFill>
                <a:latin typeface="Microsoft YaHei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货不压钱 · v1.2 实际后端联调</dc:title>
  <dc:subject>v1.2 / 合成零食数据 / 确定性业务计算 / zmj</dc:subject>
  <dc:creator>货不压钱项目组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zh-CN</dc:language>
</cp:coreProperties>
</file>